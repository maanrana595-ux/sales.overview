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CFE57-AB3B-4F40-BE56-990FFF89E7CB}" v="9" dt="2026-08-20T17:09:19.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an singh Rana" userId="824e745c1836eaee" providerId="LiveId" clId="{9ED5EEB5-5E1A-4483-9816-AA30843A7B64}"/>
    <pc:docChg chg="custSel delSld modSld">
      <pc:chgData name="Maan singh Rana" userId="824e745c1836eaee" providerId="LiveId" clId="{9ED5EEB5-5E1A-4483-9816-AA30843A7B64}" dt="2026-08-20T17:09:30.793" v="17" actId="47"/>
      <pc:docMkLst>
        <pc:docMk/>
      </pc:docMkLst>
      <pc:sldChg chg="delSp mod">
        <pc:chgData name="Maan singh Rana" userId="824e745c1836eaee" providerId="LiveId" clId="{9ED5EEB5-5E1A-4483-9816-AA30843A7B64}" dt="2026-08-20T17:08:40.510" v="2" actId="478"/>
        <pc:sldMkLst>
          <pc:docMk/>
          <pc:sldMk cId="355552597" sldId="256"/>
        </pc:sldMkLst>
        <pc:picChg chg="del">
          <ac:chgData name="Maan singh Rana" userId="824e745c1836eaee" providerId="LiveId" clId="{9ED5EEB5-5E1A-4483-9816-AA30843A7B64}" dt="2026-08-20T17:08:40.510" v="2" actId="478"/>
          <ac:picMkLst>
            <pc:docMk/>
            <pc:sldMk cId="355552597" sldId="256"/>
            <ac:picMk id="3" creationId="{FB0C64B1-31CB-2CBA-5181-0BA3A83CAC59}"/>
          </ac:picMkLst>
        </pc:picChg>
        <pc:picChg chg="del">
          <ac:chgData name="Maan singh Rana" userId="824e745c1836eaee" providerId="LiveId" clId="{9ED5EEB5-5E1A-4483-9816-AA30843A7B64}" dt="2026-08-20T17:08:33.300" v="0" actId="478"/>
          <ac:picMkLst>
            <pc:docMk/>
            <pc:sldMk cId="355552597" sldId="256"/>
            <ac:picMk id="5" creationId="{371BECE0-1F05-1854-9298-069316FF67B1}"/>
          </ac:picMkLst>
        </pc:picChg>
        <pc:picChg chg="del">
          <ac:chgData name="Maan singh Rana" userId="824e745c1836eaee" providerId="LiveId" clId="{9ED5EEB5-5E1A-4483-9816-AA30843A7B64}" dt="2026-08-20T17:08:36.926" v="1" actId="478"/>
          <ac:picMkLst>
            <pc:docMk/>
            <pc:sldMk cId="355552597" sldId="256"/>
            <ac:picMk id="7" creationId="{BC263260-4117-29B0-6BA2-49D929682C2C}"/>
          </ac:picMkLst>
        </pc:picChg>
      </pc:sldChg>
      <pc:sldChg chg="delSp mod">
        <pc:chgData name="Maan singh Rana" userId="824e745c1836eaee" providerId="LiveId" clId="{9ED5EEB5-5E1A-4483-9816-AA30843A7B64}" dt="2026-08-20T17:08:59.003" v="8" actId="478"/>
        <pc:sldMkLst>
          <pc:docMk/>
          <pc:sldMk cId="2598561863" sldId="257"/>
        </pc:sldMkLst>
        <pc:picChg chg="del">
          <ac:chgData name="Maan singh Rana" userId="824e745c1836eaee" providerId="LiveId" clId="{9ED5EEB5-5E1A-4483-9816-AA30843A7B64}" dt="2026-08-20T17:08:59.003" v="8" actId="478"/>
          <ac:picMkLst>
            <pc:docMk/>
            <pc:sldMk cId="2598561863" sldId="257"/>
            <ac:picMk id="3" creationId="{FB0C64B1-31CB-2CBA-5181-0BA3A83CAC59}"/>
          </ac:picMkLst>
        </pc:picChg>
        <pc:picChg chg="del">
          <ac:chgData name="Maan singh Rana" userId="824e745c1836eaee" providerId="LiveId" clId="{9ED5EEB5-5E1A-4483-9816-AA30843A7B64}" dt="2026-08-20T17:08:54.050" v="6" actId="478"/>
          <ac:picMkLst>
            <pc:docMk/>
            <pc:sldMk cId="2598561863" sldId="257"/>
            <ac:picMk id="5" creationId="{371BECE0-1F05-1854-9298-069316FF67B1}"/>
          </ac:picMkLst>
        </pc:picChg>
        <pc:picChg chg="del">
          <ac:chgData name="Maan singh Rana" userId="824e745c1836eaee" providerId="LiveId" clId="{9ED5EEB5-5E1A-4483-9816-AA30843A7B64}" dt="2026-08-20T17:08:56.619" v="7" actId="478"/>
          <ac:picMkLst>
            <pc:docMk/>
            <pc:sldMk cId="2598561863" sldId="257"/>
            <ac:picMk id="7" creationId="{BC263260-4117-29B0-6BA2-49D929682C2C}"/>
          </ac:picMkLst>
        </pc:picChg>
      </pc:sldChg>
      <pc:sldChg chg="delSp mod">
        <pc:chgData name="Maan singh Rana" userId="824e745c1836eaee" providerId="LiveId" clId="{9ED5EEB5-5E1A-4483-9816-AA30843A7B64}" dt="2026-08-20T17:08:49.874" v="5" actId="478"/>
        <pc:sldMkLst>
          <pc:docMk/>
          <pc:sldMk cId="587122366" sldId="258"/>
        </pc:sldMkLst>
        <pc:picChg chg="del">
          <ac:chgData name="Maan singh Rana" userId="824e745c1836eaee" providerId="LiveId" clId="{9ED5EEB5-5E1A-4483-9816-AA30843A7B64}" dt="2026-08-20T17:08:49.874" v="5" actId="478"/>
          <ac:picMkLst>
            <pc:docMk/>
            <pc:sldMk cId="587122366" sldId="258"/>
            <ac:picMk id="3" creationId="{FB0C64B1-31CB-2CBA-5181-0BA3A83CAC59}"/>
          </ac:picMkLst>
        </pc:picChg>
        <pc:picChg chg="del">
          <ac:chgData name="Maan singh Rana" userId="824e745c1836eaee" providerId="LiveId" clId="{9ED5EEB5-5E1A-4483-9816-AA30843A7B64}" dt="2026-08-20T17:08:44.540" v="3" actId="478"/>
          <ac:picMkLst>
            <pc:docMk/>
            <pc:sldMk cId="587122366" sldId="258"/>
            <ac:picMk id="5" creationId="{371BECE0-1F05-1854-9298-069316FF67B1}"/>
          </ac:picMkLst>
        </pc:picChg>
        <pc:picChg chg="del">
          <ac:chgData name="Maan singh Rana" userId="824e745c1836eaee" providerId="LiveId" clId="{9ED5EEB5-5E1A-4483-9816-AA30843A7B64}" dt="2026-08-20T17:08:47.049" v="4" actId="478"/>
          <ac:picMkLst>
            <pc:docMk/>
            <pc:sldMk cId="587122366" sldId="258"/>
            <ac:picMk id="7" creationId="{BC263260-4117-29B0-6BA2-49D929682C2C}"/>
          </ac:picMkLst>
        </pc:picChg>
      </pc:sldChg>
      <pc:sldChg chg="delSp mod">
        <pc:chgData name="Maan singh Rana" userId="824e745c1836eaee" providerId="LiveId" clId="{9ED5EEB5-5E1A-4483-9816-AA30843A7B64}" dt="2026-08-20T17:09:09.516" v="11" actId="478"/>
        <pc:sldMkLst>
          <pc:docMk/>
          <pc:sldMk cId="1109128806" sldId="259"/>
        </pc:sldMkLst>
        <pc:picChg chg="del">
          <ac:chgData name="Maan singh Rana" userId="824e745c1836eaee" providerId="LiveId" clId="{9ED5EEB5-5E1A-4483-9816-AA30843A7B64}" dt="2026-08-20T17:09:09.516" v="11" actId="478"/>
          <ac:picMkLst>
            <pc:docMk/>
            <pc:sldMk cId="1109128806" sldId="259"/>
            <ac:picMk id="3" creationId="{FB0C64B1-31CB-2CBA-5181-0BA3A83CAC59}"/>
          </ac:picMkLst>
        </pc:picChg>
        <pc:picChg chg="del">
          <ac:chgData name="Maan singh Rana" userId="824e745c1836eaee" providerId="LiveId" clId="{9ED5EEB5-5E1A-4483-9816-AA30843A7B64}" dt="2026-08-20T17:09:02.747" v="9" actId="478"/>
          <ac:picMkLst>
            <pc:docMk/>
            <pc:sldMk cId="1109128806" sldId="259"/>
            <ac:picMk id="5" creationId="{371BECE0-1F05-1854-9298-069316FF67B1}"/>
          </ac:picMkLst>
        </pc:picChg>
        <pc:picChg chg="del">
          <ac:chgData name="Maan singh Rana" userId="824e745c1836eaee" providerId="LiveId" clId="{9ED5EEB5-5E1A-4483-9816-AA30843A7B64}" dt="2026-08-20T17:09:07.324" v="10" actId="478"/>
          <ac:picMkLst>
            <pc:docMk/>
            <pc:sldMk cId="1109128806" sldId="259"/>
            <ac:picMk id="7" creationId="{BC263260-4117-29B0-6BA2-49D929682C2C}"/>
          </ac:picMkLst>
        </pc:picChg>
      </pc:sldChg>
      <pc:sldChg chg="delSp modSp del mod">
        <pc:chgData name="Maan singh Rana" userId="824e745c1836eaee" providerId="LiveId" clId="{9ED5EEB5-5E1A-4483-9816-AA30843A7B64}" dt="2026-08-20T17:09:30.793" v="17" actId="47"/>
        <pc:sldMkLst>
          <pc:docMk/>
          <pc:sldMk cId="154510020" sldId="260"/>
        </pc:sldMkLst>
        <pc:spChg chg="mod">
          <ac:chgData name="Maan singh Rana" userId="824e745c1836eaee" providerId="LiveId" clId="{9ED5EEB5-5E1A-4483-9816-AA30843A7B64}" dt="2026-08-20T17:09:17.237" v="14" actId="6549"/>
          <ac:spMkLst>
            <pc:docMk/>
            <pc:sldMk cId="154510020" sldId="260"/>
            <ac:spMk id="2" creationId="{1EDBFF20-866A-3F91-DC0C-E6135DAAEF98}"/>
          </ac:spMkLst>
        </pc:spChg>
        <pc:spChg chg="del">
          <ac:chgData name="Maan singh Rana" userId="824e745c1836eaee" providerId="LiveId" clId="{9ED5EEB5-5E1A-4483-9816-AA30843A7B64}" dt="2026-08-20T17:09:24.590" v="16" actId="478"/>
          <ac:spMkLst>
            <pc:docMk/>
            <pc:sldMk cId="154510020" sldId="260"/>
            <ac:spMk id="4" creationId="{98223BD5-EF6E-F14D-F34F-303B1A380356}"/>
          </ac:spMkLst>
        </pc:spChg>
        <pc:picChg chg="del">
          <ac:chgData name="Maan singh Rana" userId="824e745c1836eaee" providerId="LiveId" clId="{9ED5EEB5-5E1A-4483-9816-AA30843A7B64}" dt="2026-08-20T17:09:13.480" v="12" actId="478"/>
          <ac:picMkLst>
            <pc:docMk/>
            <pc:sldMk cId="154510020" sldId="260"/>
            <ac:picMk id="5" creationId="{371BECE0-1F05-1854-9298-069316FF67B1}"/>
          </ac:picMkLst>
        </pc:picChg>
        <pc:picChg chg="del">
          <ac:chgData name="Maan singh Rana" userId="824e745c1836eaee" providerId="LiveId" clId="{9ED5EEB5-5E1A-4483-9816-AA30843A7B64}" dt="2026-08-20T17:09:15.208" v="13" actId="478"/>
          <ac:picMkLst>
            <pc:docMk/>
            <pc:sldMk cId="154510020" sldId="260"/>
            <ac:picMk id="9" creationId="{93071F66-A994-7731-7A56-9B3126B824D6}"/>
          </ac:picMkLst>
        </pc:picChg>
        <pc:picChg chg="del">
          <ac:chgData name="Maan singh Rana" userId="824e745c1836eaee" providerId="LiveId" clId="{9ED5EEB5-5E1A-4483-9816-AA30843A7B64}" dt="2026-08-20T17:09:19.436" v="15" actId="478"/>
          <ac:picMkLst>
            <pc:docMk/>
            <pc:sldMk cId="154510020" sldId="260"/>
            <ac:picMk id="10" creationId="{B7973AAD-27E9-874F-3F41-5F65A941A4B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20-08-2026</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20-08-2026</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Cleaning /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Dashboard Background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670</TotalTime>
  <Words>535</Words>
  <Application>Microsoft Office PowerPoint</Application>
  <PresentationFormat>Widescreen</PresentationFormat>
  <Paragraphs>58</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Maan singh Rana</cp:lastModifiedBy>
  <cp:revision>7</cp:revision>
  <dcterms:created xsi:type="dcterms:W3CDTF">2024-10-20T07:13:28Z</dcterms:created>
  <dcterms:modified xsi:type="dcterms:W3CDTF">2026-08-20T17:09:39Z</dcterms:modified>
</cp:coreProperties>
</file>